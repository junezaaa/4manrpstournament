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kzidenz-Grotesk Bold" charset="1" panose="02000803050000020004"/>
      <p:regular r:id="rId15"/>
    </p:embeddedFont>
    <p:embeddedFont>
      <p:font typeface="Inter Medium" charset="1" panose="02000503000000020004"/>
      <p:regular r:id="rId16"/>
    </p:embeddedFont>
    <p:embeddedFont>
      <p:font typeface="Inter" charset="1" panose="020B0502030000000004"/>
      <p:regular r:id="rId17"/>
    </p:embeddedFont>
    <p:embeddedFont>
      <p:font typeface="Inter Bold Italics" charset="1" panose="020B08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4.png" Type="http://schemas.openxmlformats.org/officeDocument/2006/relationships/image"/><Relationship Id="rId7" Target="../media/image1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88"/>
            <a:ext cx="8578883" cy="10282812"/>
            <a:chOff x="0" y="0"/>
            <a:chExt cx="838929" cy="1005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929" cy="1005556"/>
            </a:xfrm>
            <a:custGeom>
              <a:avLst/>
              <a:gdLst/>
              <a:ahLst/>
              <a:cxnLst/>
              <a:rect r="r" b="b" t="t" l="l"/>
              <a:pathLst>
                <a:path h="1005556" w="838929">
                  <a:moveTo>
                    <a:pt x="0" y="0"/>
                  </a:moveTo>
                  <a:lnTo>
                    <a:pt x="838929" y="0"/>
                  </a:lnTo>
                  <a:lnTo>
                    <a:pt x="838929" y="1005556"/>
                  </a:lnTo>
                  <a:lnTo>
                    <a:pt x="0" y="1005556"/>
                  </a:lnTo>
                  <a:close/>
                </a:path>
              </a:pathLst>
            </a:custGeom>
            <a:blipFill>
              <a:blip r:embed="rId2"/>
              <a:stretch>
                <a:fillRect l="-10081" t="0" r="-1008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6923" y="1028700"/>
            <a:ext cx="6785037" cy="8229600"/>
            <a:chOff x="0" y="0"/>
            <a:chExt cx="178700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87006" cy="2167467"/>
            </a:xfrm>
            <a:custGeom>
              <a:avLst/>
              <a:gdLst/>
              <a:ahLst/>
              <a:cxnLst/>
              <a:rect r="r" b="b" t="t" l="l"/>
              <a:pathLst>
                <a:path h="2167467" w="1787006">
                  <a:moveTo>
                    <a:pt x="0" y="0"/>
                  </a:moveTo>
                  <a:lnTo>
                    <a:pt x="1787006" y="0"/>
                  </a:lnTo>
                  <a:lnTo>
                    <a:pt x="1787006" y="2167467"/>
                  </a:lnTo>
                  <a:lnTo>
                    <a:pt x="0" y="2167467"/>
                  </a:lnTo>
                  <a:close/>
                </a:path>
              </a:pathLst>
            </a:custGeom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8700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626637" y="4192243"/>
            <a:ext cx="240088" cy="3154568"/>
            <a:chOff x="0" y="0"/>
            <a:chExt cx="54006" cy="7095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006" cy="709599"/>
            </a:xfrm>
            <a:custGeom>
              <a:avLst/>
              <a:gdLst/>
              <a:ahLst/>
              <a:cxnLst/>
              <a:rect r="r" b="b" t="t" l="l"/>
              <a:pathLst>
                <a:path h="709599" w="54006">
                  <a:moveTo>
                    <a:pt x="0" y="0"/>
                  </a:moveTo>
                  <a:lnTo>
                    <a:pt x="54006" y="0"/>
                  </a:lnTo>
                  <a:lnTo>
                    <a:pt x="54006" y="709599"/>
                  </a:lnTo>
                  <a:lnTo>
                    <a:pt x="0" y="709599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4006" cy="7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325350" y="3187371"/>
            <a:ext cx="842121" cy="922643"/>
          </a:xfrm>
          <a:custGeom>
            <a:avLst/>
            <a:gdLst/>
            <a:ahLst/>
            <a:cxnLst/>
            <a:rect r="r" b="b" t="t" l="l"/>
            <a:pathLst>
              <a:path h="922643" w="842121">
                <a:moveTo>
                  <a:pt x="0" y="0"/>
                </a:moveTo>
                <a:lnTo>
                  <a:pt x="842121" y="0"/>
                </a:lnTo>
                <a:lnTo>
                  <a:pt x="842121" y="922643"/>
                </a:lnTo>
                <a:lnTo>
                  <a:pt x="0" y="922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32331" y="7956996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1" y="0"/>
                </a:lnTo>
                <a:lnTo>
                  <a:pt x="3385951" y="3182794"/>
                </a:lnTo>
                <a:lnTo>
                  <a:pt x="0" y="3182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66724" y="3929555"/>
            <a:ext cx="3755227" cy="3417256"/>
          </a:xfrm>
          <a:custGeom>
            <a:avLst/>
            <a:gdLst/>
            <a:ahLst/>
            <a:cxnLst/>
            <a:rect r="r" b="b" t="t" l="l"/>
            <a:pathLst>
              <a:path h="3417256" w="3755227">
                <a:moveTo>
                  <a:pt x="0" y="0"/>
                </a:moveTo>
                <a:lnTo>
                  <a:pt x="3755227" y="0"/>
                </a:lnTo>
                <a:lnTo>
                  <a:pt x="3755227" y="3417256"/>
                </a:lnTo>
                <a:lnTo>
                  <a:pt x="0" y="34172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069110" y="5074059"/>
            <a:ext cx="1105682" cy="1128247"/>
          </a:xfrm>
          <a:custGeom>
            <a:avLst/>
            <a:gdLst/>
            <a:ahLst/>
            <a:cxnLst/>
            <a:rect r="r" b="b" t="t" l="l"/>
            <a:pathLst>
              <a:path h="1128247" w="1105682">
                <a:moveTo>
                  <a:pt x="0" y="0"/>
                </a:moveTo>
                <a:lnTo>
                  <a:pt x="1105682" y="0"/>
                </a:lnTo>
                <a:lnTo>
                  <a:pt x="1105682" y="1128248"/>
                </a:lnTo>
                <a:lnTo>
                  <a:pt x="0" y="11282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44000" y="417511"/>
            <a:ext cx="7380068" cy="80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1"/>
              </a:lnSpc>
            </a:pPr>
            <a:r>
              <a:rPr lang="en-US" sz="4600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NETWORK APPLICATION: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34492" y="8894634"/>
            <a:ext cx="571646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Presented by Nattpong Kamseeya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14868" y="1530040"/>
            <a:ext cx="7288240" cy="131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130" indent="-430565" lvl="1">
              <a:lnSpc>
                <a:spcPts val="4786"/>
              </a:lnSpc>
              <a:buFont typeface="Arial"/>
              <a:buChar char="•"/>
            </a:pPr>
            <a:r>
              <a:rPr lang="en-US" b="true" sz="3988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4 MAN ROCK PAPER SCISSORS TOURNAMENT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5652" y="-1705765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2" y="0"/>
                </a:lnTo>
                <a:lnTo>
                  <a:pt x="3385952" y="3182795"/>
                </a:lnTo>
                <a:lnTo>
                  <a:pt x="0" y="3182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71706" y="1028700"/>
            <a:ext cx="842121" cy="922643"/>
          </a:xfrm>
          <a:custGeom>
            <a:avLst/>
            <a:gdLst/>
            <a:ahLst/>
            <a:cxnLst/>
            <a:rect r="r" b="b" t="t" l="l"/>
            <a:pathLst>
              <a:path h="922643" w="842121">
                <a:moveTo>
                  <a:pt x="0" y="0"/>
                </a:moveTo>
                <a:lnTo>
                  <a:pt x="842121" y="0"/>
                </a:lnTo>
                <a:lnTo>
                  <a:pt x="842121" y="922643"/>
                </a:lnTo>
                <a:lnTo>
                  <a:pt x="0" y="922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87860" y="5037033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1" y="0"/>
                </a:lnTo>
                <a:lnTo>
                  <a:pt x="3385951" y="3182795"/>
                </a:lnTo>
                <a:lnTo>
                  <a:pt x="0" y="3182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7954" y="8406131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2" y="0"/>
                </a:lnTo>
                <a:lnTo>
                  <a:pt x="3385952" y="3182794"/>
                </a:lnTo>
                <a:lnTo>
                  <a:pt x="0" y="3182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27330" y="5414243"/>
            <a:ext cx="6433186" cy="3559072"/>
          </a:xfrm>
          <a:custGeom>
            <a:avLst/>
            <a:gdLst/>
            <a:ahLst/>
            <a:cxnLst/>
            <a:rect r="r" b="b" t="t" l="l"/>
            <a:pathLst>
              <a:path h="3559072" w="6433186">
                <a:moveTo>
                  <a:pt x="0" y="0"/>
                </a:moveTo>
                <a:lnTo>
                  <a:pt x="6433186" y="0"/>
                </a:lnTo>
                <a:lnTo>
                  <a:pt x="6433186" y="3559072"/>
                </a:lnTo>
                <a:lnTo>
                  <a:pt x="0" y="35590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304" r="-24244" b="-53181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812660" y="5697676"/>
            <a:ext cx="555731" cy="555731"/>
          </a:xfrm>
          <a:custGeom>
            <a:avLst/>
            <a:gdLst/>
            <a:ahLst/>
            <a:cxnLst/>
            <a:rect r="r" b="b" t="t" l="l"/>
            <a:pathLst>
              <a:path h="555731" w="555731">
                <a:moveTo>
                  <a:pt x="0" y="0"/>
                </a:moveTo>
                <a:lnTo>
                  <a:pt x="555732" y="0"/>
                </a:lnTo>
                <a:lnTo>
                  <a:pt x="555732" y="555731"/>
                </a:lnTo>
                <a:lnTo>
                  <a:pt x="0" y="5557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812660" y="6996622"/>
            <a:ext cx="555731" cy="555731"/>
          </a:xfrm>
          <a:custGeom>
            <a:avLst/>
            <a:gdLst/>
            <a:ahLst/>
            <a:cxnLst/>
            <a:rect r="r" b="b" t="t" l="l"/>
            <a:pathLst>
              <a:path h="555731" w="555731">
                <a:moveTo>
                  <a:pt x="0" y="0"/>
                </a:moveTo>
                <a:lnTo>
                  <a:pt x="555732" y="0"/>
                </a:lnTo>
                <a:lnTo>
                  <a:pt x="555732" y="555731"/>
                </a:lnTo>
                <a:lnTo>
                  <a:pt x="0" y="5557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7274487"/>
            <a:ext cx="555731" cy="555731"/>
          </a:xfrm>
          <a:custGeom>
            <a:avLst/>
            <a:gdLst/>
            <a:ahLst/>
            <a:cxnLst/>
            <a:rect r="r" b="b" t="t" l="l"/>
            <a:pathLst>
              <a:path h="555731" w="555731">
                <a:moveTo>
                  <a:pt x="0" y="0"/>
                </a:moveTo>
                <a:lnTo>
                  <a:pt x="555731" y="0"/>
                </a:lnTo>
                <a:lnTo>
                  <a:pt x="555731" y="555732"/>
                </a:lnTo>
                <a:lnTo>
                  <a:pt x="0" y="55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095840" y="6718756"/>
            <a:ext cx="555731" cy="555731"/>
          </a:xfrm>
          <a:custGeom>
            <a:avLst/>
            <a:gdLst/>
            <a:ahLst/>
            <a:cxnLst/>
            <a:rect r="r" b="b" t="t" l="l"/>
            <a:pathLst>
              <a:path h="555731" w="555731">
                <a:moveTo>
                  <a:pt x="0" y="0"/>
                </a:moveTo>
                <a:lnTo>
                  <a:pt x="555731" y="0"/>
                </a:lnTo>
                <a:lnTo>
                  <a:pt x="555731" y="555731"/>
                </a:lnTo>
                <a:lnTo>
                  <a:pt x="0" y="5557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72644" y="6229521"/>
            <a:ext cx="808251" cy="638518"/>
          </a:xfrm>
          <a:custGeom>
            <a:avLst/>
            <a:gdLst/>
            <a:ahLst/>
            <a:cxnLst/>
            <a:rect r="r" b="b" t="t" l="l"/>
            <a:pathLst>
              <a:path h="638518" w="808251">
                <a:moveTo>
                  <a:pt x="0" y="0"/>
                </a:moveTo>
                <a:lnTo>
                  <a:pt x="808251" y="0"/>
                </a:lnTo>
                <a:lnTo>
                  <a:pt x="808251" y="638518"/>
                </a:lnTo>
                <a:lnTo>
                  <a:pt x="0" y="6385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05941" y="6989977"/>
            <a:ext cx="638763" cy="376870"/>
          </a:xfrm>
          <a:custGeom>
            <a:avLst/>
            <a:gdLst/>
            <a:ahLst/>
            <a:cxnLst/>
            <a:rect r="r" b="b" t="t" l="l"/>
            <a:pathLst>
              <a:path h="376870" w="638763">
                <a:moveTo>
                  <a:pt x="0" y="0"/>
                </a:moveTo>
                <a:lnTo>
                  <a:pt x="638763" y="0"/>
                </a:lnTo>
                <a:lnTo>
                  <a:pt x="638763" y="376870"/>
                </a:lnTo>
                <a:lnTo>
                  <a:pt x="0" y="3768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946134" y="5975542"/>
            <a:ext cx="288784" cy="469568"/>
          </a:xfrm>
          <a:custGeom>
            <a:avLst/>
            <a:gdLst/>
            <a:ahLst/>
            <a:cxnLst/>
            <a:rect r="r" b="b" t="t" l="l"/>
            <a:pathLst>
              <a:path h="469568" w="288784">
                <a:moveTo>
                  <a:pt x="0" y="0"/>
                </a:moveTo>
                <a:lnTo>
                  <a:pt x="288784" y="0"/>
                </a:lnTo>
                <a:lnTo>
                  <a:pt x="288784" y="469567"/>
                </a:lnTo>
                <a:lnTo>
                  <a:pt x="0" y="4695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6240" y="661035"/>
            <a:ext cx="762649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เป็นโปรแกรมอะไร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54985" y="981075"/>
            <a:ext cx="120431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82695" y="2434170"/>
            <a:ext cx="12513454" cy="249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2"/>
              </a:lnSpc>
              <a:spcBef>
                <a:spcPct val="0"/>
              </a:spcBef>
            </a:pPr>
            <a:r>
              <a:rPr lang="en-US" sz="3594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     เป็นโปรแกรมเกี่ยวกับการนำ client 4 คนที่เข้าถึง server นี้มาแข่งเป่ายิ้งฉุบกันจนกว่าจะได้ผู้ชนะจาก 4 คนนั้น โดยอย่างแรกจะทำการจับคู่ client เป็น 2 คู่แต่ล่ะคู่จะเป่ายิ้งฉุบกันจนกว่าจะได้ผู้ชนะของคู่นั้น แล้วคู่ชนะจะมาแข่งชิงที่ 1 ส่วนคู่ที่แพ้จะมาแข่งชิงเอาที่ 3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93789" y="8870328"/>
            <a:ext cx="2122935" cy="2325925"/>
          </a:xfrm>
          <a:custGeom>
            <a:avLst/>
            <a:gdLst/>
            <a:ahLst/>
            <a:cxnLst/>
            <a:rect r="r" b="b" t="t" l="l"/>
            <a:pathLst>
              <a:path h="2325925" w="2122935">
                <a:moveTo>
                  <a:pt x="0" y="0"/>
                </a:moveTo>
                <a:lnTo>
                  <a:pt x="2122935" y="0"/>
                </a:lnTo>
                <a:lnTo>
                  <a:pt x="2122935" y="2325925"/>
                </a:lnTo>
                <a:lnTo>
                  <a:pt x="0" y="2325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57143" y="8057408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1" y="0"/>
                </a:lnTo>
                <a:lnTo>
                  <a:pt x="3385951" y="3182794"/>
                </a:lnTo>
                <a:lnTo>
                  <a:pt x="0" y="3182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05340" y="1698836"/>
            <a:ext cx="9286911" cy="7178930"/>
          </a:xfrm>
          <a:custGeom>
            <a:avLst/>
            <a:gdLst/>
            <a:ahLst/>
            <a:cxnLst/>
            <a:rect r="r" b="b" t="t" l="l"/>
            <a:pathLst>
              <a:path h="7178930" w="9286911">
                <a:moveTo>
                  <a:pt x="0" y="0"/>
                </a:moveTo>
                <a:lnTo>
                  <a:pt x="9286911" y="0"/>
                </a:lnTo>
                <a:lnTo>
                  <a:pt x="9286911" y="7178930"/>
                </a:lnTo>
                <a:lnTo>
                  <a:pt x="0" y="71789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22908" y="1936382"/>
            <a:ext cx="5232077" cy="783744"/>
          </a:xfrm>
          <a:custGeom>
            <a:avLst/>
            <a:gdLst/>
            <a:ahLst/>
            <a:cxnLst/>
            <a:rect r="r" b="b" t="t" l="l"/>
            <a:pathLst>
              <a:path h="783744" w="5232077">
                <a:moveTo>
                  <a:pt x="0" y="0"/>
                </a:moveTo>
                <a:lnTo>
                  <a:pt x="5232077" y="0"/>
                </a:lnTo>
                <a:lnTo>
                  <a:pt x="5232077" y="783744"/>
                </a:lnTo>
                <a:lnTo>
                  <a:pt x="0" y="783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5866" r="0" b="-29807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01306" y="1338811"/>
            <a:ext cx="721825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จุดประสงค์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1250" y="3889987"/>
            <a:ext cx="6078372" cy="2739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1"/>
              </a:lnSpc>
              <a:spcBef>
                <a:spcPct val="0"/>
              </a:spcBef>
            </a:pPr>
            <a:r>
              <a:rPr lang="en-US" b="true" sz="312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    โปรแกรมนี้คือจะทำให้เราสามารถจัดสรรงานแข่งใหญ่ที่มีรูปแบบการแข่งแบบ 1 ต่อ 1 แบบออนไลน์ให้สะดวกมากขึ้นโดย และไม่ต้องมีมนุษย์มาตรวจดูทุกการแข่งขันซึ่งอาจเกิด human error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54985" y="981075"/>
            <a:ext cx="120431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105869"/>
            <a:ext cx="1200892" cy="120089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306" y="3967760"/>
            <a:ext cx="1200892" cy="120089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5737690"/>
            <a:ext cx="6902986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7674941"/>
            <a:ext cx="6902986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-493789" y="8870328"/>
            <a:ext cx="2122935" cy="2325925"/>
          </a:xfrm>
          <a:custGeom>
            <a:avLst/>
            <a:gdLst/>
            <a:ahLst/>
            <a:cxnLst/>
            <a:rect r="r" b="b" t="t" l="l"/>
            <a:pathLst>
              <a:path h="2325925" w="2122935">
                <a:moveTo>
                  <a:pt x="0" y="0"/>
                </a:moveTo>
                <a:lnTo>
                  <a:pt x="2122935" y="0"/>
                </a:lnTo>
                <a:lnTo>
                  <a:pt x="2122935" y="2325925"/>
                </a:lnTo>
                <a:lnTo>
                  <a:pt x="0" y="2325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57143" y="8057408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1" y="0"/>
                </a:lnTo>
                <a:lnTo>
                  <a:pt x="3385951" y="3182794"/>
                </a:lnTo>
                <a:lnTo>
                  <a:pt x="0" y="3182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552261" y="3586048"/>
            <a:ext cx="6707039" cy="4471359"/>
          </a:xfrm>
          <a:custGeom>
            <a:avLst/>
            <a:gdLst/>
            <a:ahLst/>
            <a:cxnLst/>
            <a:rect r="r" b="b" t="t" l="l"/>
            <a:pathLst>
              <a:path h="4471359" w="6707039">
                <a:moveTo>
                  <a:pt x="0" y="0"/>
                </a:moveTo>
                <a:lnTo>
                  <a:pt x="6707039" y="0"/>
                </a:lnTo>
                <a:lnTo>
                  <a:pt x="6707039" y="4471360"/>
                </a:lnTo>
                <a:lnTo>
                  <a:pt x="0" y="44713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01306" y="233911"/>
            <a:ext cx="9256563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คุณลักษณะ (CHARACTATISTIC)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43189" y="5959749"/>
            <a:ext cx="4166646" cy="143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2"/>
              </a:lnSpc>
              <a:spcBef>
                <a:spcPct val="0"/>
              </a:spcBef>
            </a:pPr>
            <a:r>
              <a:rPr lang="en-US" sz="276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มีการใช้ threading เพื่อรับรอง input ของแต่ล่ะ client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4495" y="6499623"/>
            <a:ext cx="72930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91553" y="3677483"/>
            <a:ext cx="6236444" cy="172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  <a:spcBef>
                <a:spcPct val="0"/>
              </a:spcBef>
            </a:pPr>
            <a:r>
              <a:rPr lang="en-US" sz="247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    เป็น protocol ประเภท server-client โดย server จะเป็นผู้ทำการจับคู่แข่ง ตัดสิ้นผู้ชนะ ในขณะที่ client นั้นเสมือนผู้แข่งที่ส่งว่าจะออกอะไร ตอนเป่ายิ้งฉุบไปให้ server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7101" y="4361513"/>
            <a:ext cx="72930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54985" y="981075"/>
            <a:ext cx="120431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8154" y="5822504"/>
            <a:ext cx="4809697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WHY TCP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88663" y="7007012"/>
            <a:ext cx="9814464" cy="108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1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ต้องการข้อมูลที่ส่งมานั้นไม่มีการสูญหาย แม่นยำและตรง และ ข้อดีของ UDP นั้นเช่นความเร็วไม่เหมาะสมกับโปรแกรมนี้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6852" y="1529064"/>
            <a:ext cx="16230600" cy="4263374"/>
            <a:chOff x="0" y="0"/>
            <a:chExt cx="1587190" cy="4169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87190" cy="416915"/>
            </a:xfrm>
            <a:custGeom>
              <a:avLst/>
              <a:gdLst/>
              <a:ahLst/>
              <a:cxnLst/>
              <a:rect r="r" b="b" t="t" l="l"/>
              <a:pathLst>
                <a:path h="416915" w="1587190">
                  <a:moveTo>
                    <a:pt x="0" y="0"/>
                  </a:moveTo>
                  <a:lnTo>
                    <a:pt x="1587190" y="0"/>
                  </a:lnTo>
                  <a:lnTo>
                    <a:pt x="1587190" y="416915"/>
                  </a:lnTo>
                  <a:lnTo>
                    <a:pt x="0" y="416915"/>
                  </a:lnTo>
                  <a:close/>
                </a:path>
              </a:pathLst>
            </a:custGeom>
            <a:blipFill>
              <a:blip r:embed="rId2"/>
              <a:stretch>
                <a:fillRect l="0" t="-43984" r="0" b="-4398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26033" y="2935"/>
            <a:ext cx="842121" cy="922643"/>
          </a:xfrm>
          <a:custGeom>
            <a:avLst/>
            <a:gdLst/>
            <a:ahLst/>
            <a:cxnLst/>
            <a:rect r="r" b="b" t="t" l="l"/>
            <a:pathLst>
              <a:path h="922643" w="842121">
                <a:moveTo>
                  <a:pt x="0" y="0"/>
                </a:moveTo>
                <a:lnTo>
                  <a:pt x="842121" y="0"/>
                </a:lnTo>
                <a:lnTo>
                  <a:pt x="842121" y="922643"/>
                </a:lnTo>
                <a:lnTo>
                  <a:pt x="0" y="922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19925" y="8153400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1" y="0"/>
                </a:lnTo>
                <a:lnTo>
                  <a:pt x="3385951" y="3182794"/>
                </a:lnTo>
                <a:lnTo>
                  <a:pt x="0" y="3182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054985" y="981075"/>
            <a:ext cx="120431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1747" y="1089666"/>
            <a:ext cx="8742283" cy="1508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4"/>
              </a:lnSpc>
            </a:pPr>
            <a:r>
              <a:rPr lang="en-US" sz="4603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APPLICATION LAYER: REQUEST CLIENT → SERVER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2442" y="2675337"/>
            <a:ext cx="8743009" cy="597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849" indent="-411424" lvl="1">
              <a:lnSpc>
                <a:spcPts val="5335"/>
              </a:lnSpc>
              <a:buFont typeface="Arial"/>
              <a:buChar char="•"/>
            </a:pPr>
            <a:r>
              <a:rPr lang="en-US" sz="3811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JOIN &lt;name&gt; - ส่งชื่อที่ไม่ซ้ำกันไปให้ server เมื่อเข้าถึงสำเร็จสิ้น</a:t>
            </a:r>
          </a:p>
          <a:p>
            <a:pPr algn="l">
              <a:lnSpc>
                <a:spcPts val="5335"/>
              </a:lnSpc>
            </a:pPr>
          </a:p>
          <a:p>
            <a:pPr algn="l" marL="822849" indent="-411424" lvl="1">
              <a:lnSpc>
                <a:spcPts val="5335"/>
              </a:lnSpc>
              <a:buFont typeface="Arial"/>
              <a:buChar char="•"/>
            </a:pPr>
            <a:r>
              <a:rPr lang="en-US" sz="3811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START &lt;y/n&gt; - ส่งสถานะว่าพร้อมแข่งเป่ายิ้งฉุบหรือไหม</a:t>
            </a:r>
          </a:p>
          <a:p>
            <a:pPr algn="l">
              <a:lnSpc>
                <a:spcPts val="5335"/>
              </a:lnSpc>
            </a:pPr>
          </a:p>
          <a:p>
            <a:pPr algn="l" marL="822849" indent="-411424" lvl="1">
              <a:lnSpc>
                <a:spcPts val="5335"/>
              </a:lnSpc>
              <a:buFont typeface="Arial"/>
              <a:buChar char="•"/>
            </a:pPr>
            <a:r>
              <a:rPr lang="en-US" sz="3811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MOVE &lt;rock | paper | scissors&gt; ส่งไปว่าจะออกอะไร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054985" y="981075"/>
            <a:ext cx="120431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21382" y="343783"/>
            <a:ext cx="842121" cy="922643"/>
          </a:xfrm>
          <a:custGeom>
            <a:avLst/>
            <a:gdLst/>
            <a:ahLst/>
            <a:cxnLst/>
            <a:rect r="r" b="b" t="t" l="l"/>
            <a:pathLst>
              <a:path h="922643" w="842121">
                <a:moveTo>
                  <a:pt x="0" y="0"/>
                </a:moveTo>
                <a:lnTo>
                  <a:pt x="842121" y="0"/>
                </a:lnTo>
                <a:lnTo>
                  <a:pt x="842121" y="922642"/>
                </a:lnTo>
                <a:lnTo>
                  <a:pt x="0" y="9226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9925" y="8492282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1" y="0"/>
                </a:lnTo>
                <a:lnTo>
                  <a:pt x="3385951" y="3182795"/>
                </a:lnTo>
                <a:lnTo>
                  <a:pt x="0" y="3182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1175"/>
            <a:ext cx="8742283" cy="1508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4"/>
              </a:lnSpc>
            </a:pPr>
            <a:r>
              <a:rPr lang="en-US" sz="4603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APPLICATION LAYER: REQUEST SERVER → CLIENT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7230" y="2963757"/>
            <a:ext cx="10735387" cy="644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543" i="true" b="true">
                <a:solidFill>
                  <a:srgbClr val="545454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(Status Code, Status Phrase)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(100,  CONTINUE) - มี Client ที่ไม่พร้อมแข่งเป่ายิ้งฉุบ จึงยกเลิกการแข่ง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(101, STATUS) - สถานะของเซิร์ฟเวอร์ว่ามีผู้เล่นกี่คน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(200, OK) - Client เข้าถึงเซิร์ฟเวอร์ได้สำเร็จสิ้น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(201, </a:t>
            </a: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STARTED) - การแข่งขันเริ่มต้น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(220, MATCH) - รอรับ input จากผู้เล่น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(221, TIE) - เป่ายิ้งฉุบเสมอ เล่นอีกรอบ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(222, WIN) - เป่ายิ้งฉุบชนะ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(223, LOSE) - เป่ายิ้งฉุบแพ้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(230, LEADERBOARD) - การแข่งขันจบลง และแสดงลำดับ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(300, PROMPT) - รอรับ input ว่าพร้อมเริ่มไหม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(400, BAD_REQU</a:t>
            </a: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EST) - input ไม่ถูกต้อง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(403, FORBIDDEN) - Client ไม่สามารถเข้าถึงเซิร์ฟเวอร์ได้สำเร็จสิ้นเพราะเต็มแล้ว</a:t>
            </a:r>
          </a:p>
          <a:p>
            <a:pPr algn="l" marL="521781" indent="-260891" lvl="1">
              <a:lnSpc>
                <a:spcPts val="3383"/>
              </a:lnSpc>
              <a:buFont typeface="Arial"/>
              <a:buChar char="•"/>
            </a:pPr>
            <a:r>
              <a:rPr lang="en-US" sz="2416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(409, CONFLICT) - ชื่อซ้ำกัน</a:t>
            </a:r>
          </a:p>
          <a:p>
            <a:pPr algn="l">
              <a:lnSpc>
                <a:spcPts val="3383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054985" y="981075"/>
            <a:ext cx="120431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21382" y="343783"/>
            <a:ext cx="842121" cy="922643"/>
          </a:xfrm>
          <a:custGeom>
            <a:avLst/>
            <a:gdLst/>
            <a:ahLst/>
            <a:cxnLst/>
            <a:rect r="r" b="b" t="t" l="l"/>
            <a:pathLst>
              <a:path h="922643" w="842121">
                <a:moveTo>
                  <a:pt x="0" y="0"/>
                </a:moveTo>
                <a:lnTo>
                  <a:pt x="842121" y="0"/>
                </a:lnTo>
                <a:lnTo>
                  <a:pt x="842121" y="922642"/>
                </a:lnTo>
                <a:lnTo>
                  <a:pt x="0" y="9226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9925" y="8492282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1" y="0"/>
                </a:lnTo>
                <a:lnTo>
                  <a:pt x="3385951" y="3182795"/>
                </a:lnTo>
                <a:lnTo>
                  <a:pt x="0" y="3182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29473" y="2731967"/>
            <a:ext cx="12229054" cy="341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63"/>
              </a:lnSpc>
            </a:pPr>
            <a:r>
              <a:rPr lang="en-US" b="true" sz="10553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CODE DEMONSTRATION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054985" y="981075"/>
            <a:ext cx="120431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61316" y="303379"/>
            <a:ext cx="842121" cy="922643"/>
          </a:xfrm>
          <a:custGeom>
            <a:avLst/>
            <a:gdLst/>
            <a:ahLst/>
            <a:cxnLst/>
            <a:rect r="r" b="b" t="t" l="l"/>
            <a:pathLst>
              <a:path h="922643" w="842121">
                <a:moveTo>
                  <a:pt x="0" y="0"/>
                </a:moveTo>
                <a:lnTo>
                  <a:pt x="842121" y="0"/>
                </a:lnTo>
                <a:lnTo>
                  <a:pt x="842121" y="922643"/>
                </a:lnTo>
                <a:lnTo>
                  <a:pt x="0" y="9226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54985" y="7916182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2" y="0"/>
                </a:lnTo>
                <a:lnTo>
                  <a:pt x="3385952" y="3182795"/>
                </a:lnTo>
                <a:lnTo>
                  <a:pt x="0" y="3182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07867" y="2362320"/>
            <a:ext cx="8334723" cy="491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75"/>
              </a:lnSpc>
            </a:pPr>
            <a:r>
              <a:rPr lang="en-US" sz="15146" b="true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054985" y="981075"/>
            <a:ext cx="120431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6992" y="8193801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2" y="0"/>
                </a:lnTo>
                <a:lnTo>
                  <a:pt x="3385952" y="3182795"/>
                </a:lnTo>
                <a:lnTo>
                  <a:pt x="0" y="3182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32197" y="-1160573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2" y="0"/>
                </a:lnTo>
                <a:lnTo>
                  <a:pt x="3385952" y="3182794"/>
                </a:lnTo>
                <a:lnTo>
                  <a:pt x="0" y="3182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47396" y="-603224"/>
            <a:ext cx="3385951" cy="3182794"/>
          </a:xfrm>
          <a:custGeom>
            <a:avLst/>
            <a:gdLst/>
            <a:ahLst/>
            <a:cxnLst/>
            <a:rect r="r" b="b" t="t" l="l"/>
            <a:pathLst>
              <a:path h="3182794" w="3385951">
                <a:moveTo>
                  <a:pt x="0" y="0"/>
                </a:moveTo>
                <a:lnTo>
                  <a:pt x="3385952" y="0"/>
                </a:lnTo>
                <a:lnTo>
                  <a:pt x="3385952" y="3182794"/>
                </a:lnTo>
                <a:lnTo>
                  <a:pt x="0" y="3182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DAHTtaQym6A</dc:identifier>
  <dcterms:modified xsi:type="dcterms:W3CDTF">2011-08-01T06:04:30Z</dcterms:modified>
  <cp:revision>1</cp:revision>
  <dc:title>Network Application</dc:title>
</cp:coreProperties>
</file>